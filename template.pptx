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F12C6E8C-C253-7ACF-26D9-EB8EECB9D8C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0"/>
            <a:ext cx="1611203" cy="728735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748011C7-5926-240D-F932-C5F98206A7DD}"/>
              </a:ext>
            </a:extLst>
          </p:cNvPr>
          <p:cNvSpPr/>
          <p:nvPr userDrawn="1"/>
        </p:nvSpPr>
        <p:spPr>
          <a:xfrm>
            <a:off x="0" y="4937521"/>
            <a:ext cx="9144000" cy="205979"/>
          </a:xfrm>
          <a:prstGeom prst="rect">
            <a:avLst/>
          </a:prstGeom>
          <a:solidFill>
            <a:srgbClr val="B818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the left.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46</Words>
  <Application>Microsoft Office PowerPoint</Application>
  <PresentationFormat>Bildspel på skärmen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Johannes Hedström</cp:lastModifiedBy>
  <cp:revision>14</cp:revision>
  <dcterms:created xsi:type="dcterms:W3CDTF">2017-06-05T14:10:58Z</dcterms:created>
  <dcterms:modified xsi:type="dcterms:W3CDTF">2026-05-04T09:22:25Z</dcterms:modified>
</cp:coreProperties>
</file>